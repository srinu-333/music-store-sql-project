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1" r:id="rId10"/>
    <p:sldId id="268" r:id="rId11"/>
    <p:sldId id="272" r:id="rId12"/>
    <p:sldId id="269" r:id="rId13"/>
    <p:sldId id="273" r:id="rId14"/>
    <p:sldId id="265" r:id="rId15"/>
    <p:sldId id="266" r:id="rId16"/>
    <p:sldId id="270" r:id="rId17"/>
    <p:sldId id="267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30247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61395" y="3543695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Store Data Analysis using SQL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Tippaluri Srinu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58832" y="701690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18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70457-D941-1ABD-EB2F-A64E6BBD4793}"/>
              </a:ext>
            </a:extLst>
          </p:cNvPr>
          <p:cNvSpPr txBox="1"/>
          <p:nvPr/>
        </p:nvSpPr>
        <p:spPr>
          <a:xfrm>
            <a:off x="786580" y="1396181"/>
            <a:ext cx="8495072" cy="307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B.E graduate in Computer Science Engineering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learning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strong analytical skills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SQL module with hands-on project experience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www.linkedin.com/in/tippaluri-srinu-435425291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https://github.com/Srinu-333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85452" y="403123"/>
            <a:ext cx="10515600" cy="94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38200" y="1245496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screenshots or summaries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Slide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Experience/Challenges working on SQL – Data Analysis Project.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EB56-DAB2-5940-61F7-8379D01B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542108"/>
            <a:ext cx="10515600" cy="55910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Arial"/>
              </a:rPr>
              <a:t>Objective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C4599E-FC53-5792-1CA3-6E1A8B4ED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7687" y="1147380"/>
            <a:ext cx="714811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 Store database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customers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Top-selling artists &amp; genres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 by country and city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practice: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Joins, Subqueries, Aggregations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CTEs and Window Functions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convert raw data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09D4-956C-EAEF-8C47-6819A4D9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6" y="394623"/>
            <a:ext cx="10515600" cy="873740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ER Diagram &amp; Schema Explanation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F7DE6-A372-EDA8-4A93-1D46D0B0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52" y="1129378"/>
            <a:ext cx="9465388" cy="498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2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38D53C6-D4C6-015B-6F8E-9E4470748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214" y="173805"/>
            <a:ext cx="10390238" cy="553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follows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entities: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Customer, Invoice,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InvoiceLine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Track, Album, Artist, Genre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Employee, Playlist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customer → many invoices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invoice → many invoice lines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linked to albums, artists, genres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Playlist and Track have many-to-many relationship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primary keys and foreign keys ensure data integrity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DA07-11F7-D514-25B4-E4794582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463449"/>
            <a:ext cx="10515600" cy="578772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Key Analysis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5BB3F9-E7F4-0306-D24C-F09A3122F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864" y="1042221"/>
            <a:ext cx="78338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is the senior most employee?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generate the most invoices?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is the best customer by total spending?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city generates the highest revenue?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most popular music genre by country?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artists and tracks perform best?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much does each customer spend on different artists?</a:t>
            </a:r>
          </a:p>
        </p:txBody>
      </p:sp>
    </p:spTree>
    <p:extLst>
      <p:ext uri="{BB962C8B-B14F-4D97-AF65-F5344CB8AC3E}">
        <p14:creationId xmlns:p14="http://schemas.microsoft.com/office/powerpoint/2010/main" val="116416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6BB7-BF89-FCCF-37CF-62C25CB3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1" y="347406"/>
            <a:ext cx="10515600" cy="667262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SQL Query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EA62-6920-0BD1-EF3B-2C493FA11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537" y="4557873"/>
            <a:ext cx="8099323" cy="2131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customer with the highest total spending.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 suitable for loyalty and retention programs.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BFF00-A29C-3E36-8725-212CC6187C0E}"/>
              </a:ext>
            </a:extLst>
          </p:cNvPr>
          <p:cNvSpPr txBox="1"/>
          <p:nvPr/>
        </p:nvSpPr>
        <p:spPr>
          <a:xfrm>
            <a:off x="3957484" y="4138868"/>
            <a:ext cx="323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1.Best Customer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9CF58-9EC3-E853-8D0A-0DA8CD7E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37" y="1076120"/>
            <a:ext cx="9684979" cy="2964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45015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0BC92AC-223B-0A0F-A8F9-B30CE4036EAC}"/>
              </a:ext>
            </a:extLst>
          </p:cNvPr>
          <p:cNvSpPr txBox="1"/>
          <p:nvPr/>
        </p:nvSpPr>
        <p:spPr>
          <a:xfrm>
            <a:off x="2705737" y="39540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Top Revenue Generating City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C1C206A-C57A-295F-9AE3-8C155EABA5C4}"/>
              </a:ext>
            </a:extLst>
          </p:cNvPr>
          <p:cNvSpPr txBox="1">
            <a:spLocks/>
          </p:cNvSpPr>
          <p:nvPr/>
        </p:nvSpPr>
        <p:spPr>
          <a:xfrm>
            <a:off x="1229032" y="4495289"/>
            <a:ext cx="8770373" cy="213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city contributed the highest overall revenue.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location for promotional events and marketing campaigns.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8ABB2-8DE5-60A6-9621-3BC27FDA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8" y="508626"/>
            <a:ext cx="10181304" cy="32736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177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B721-9F10-61C0-61AE-216F27ED8E7E}"/>
              </a:ext>
            </a:extLst>
          </p:cNvPr>
          <p:cNvSpPr txBox="1">
            <a:spLocks/>
          </p:cNvSpPr>
          <p:nvPr/>
        </p:nvSpPr>
        <p:spPr>
          <a:xfrm>
            <a:off x="1042219" y="4726347"/>
            <a:ext cx="8268929" cy="213165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accurate spending per customer for each artist.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personalized recommendations and targeted promotions.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1055F-0A41-5B09-F800-BFB76911E2C7}"/>
              </a:ext>
            </a:extLst>
          </p:cNvPr>
          <p:cNvSpPr txBox="1"/>
          <p:nvPr/>
        </p:nvSpPr>
        <p:spPr>
          <a:xfrm>
            <a:off x="4144297" y="4173653"/>
            <a:ext cx="390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Customer Spending by Artist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9957E-7DC3-9A0B-37FF-1261D7A8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19" y="255639"/>
            <a:ext cx="10225549" cy="36038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1701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957E15C-72B8-9836-3D30-B1A8DB4F501F}"/>
              </a:ext>
            </a:extLst>
          </p:cNvPr>
          <p:cNvSpPr txBox="1">
            <a:spLocks/>
          </p:cNvSpPr>
          <p:nvPr/>
        </p:nvSpPr>
        <p:spPr>
          <a:xfrm>
            <a:off x="1435509" y="4681846"/>
            <a:ext cx="8799871" cy="153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most purchased genre for each country.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align music catalog and promotions with regional preferences.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690EF-41BF-E0B7-5759-E6D8F8D32D79}"/>
              </a:ext>
            </a:extLst>
          </p:cNvPr>
          <p:cNvSpPr txBox="1"/>
          <p:nvPr/>
        </p:nvSpPr>
        <p:spPr>
          <a:xfrm>
            <a:off x="3274528" y="4312514"/>
            <a:ext cx="525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Popular Genre by Country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65333-1FBD-6BF6-1687-2B060811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699" r="-1219" b="3094"/>
          <a:stretch>
            <a:fillRect/>
          </a:stretch>
        </p:blipFill>
        <p:spPr>
          <a:xfrm>
            <a:off x="932099" y="196646"/>
            <a:ext cx="10453656" cy="39918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945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D514A52-DDBD-4482-013B-C8CF8BDF7766}"/>
              </a:ext>
            </a:extLst>
          </p:cNvPr>
          <p:cNvSpPr txBox="1">
            <a:spLocks/>
          </p:cNvSpPr>
          <p:nvPr/>
        </p:nvSpPr>
        <p:spPr>
          <a:xfrm>
            <a:off x="1130709" y="4872687"/>
            <a:ext cx="8790039" cy="12811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highest-spending customers in each country.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country-wise customer segmentation and premium offers.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779D4-C4C9-9373-09AD-F4A416873754}"/>
              </a:ext>
            </a:extLst>
          </p:cNvPr>
          <p:cNvSpPr txBox="1"/>
          <p:nvPr/>
        </p:nvSpPr>
        <p:spPr>
          <a:xfrm>
            <a:off x="3908322" y="4380361"/>
            <a:ext cx="390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Top Customer by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D5484-E8D9-3D79-3A08-92621D7E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07" r="-190" b="-1"/>
          <a:stretch>
            <a:fillRect/>
          </a:stretch>
        </p:blipFill>
        <p:spPr>
          <a:xfrm>
            <a:off x="983224" y="275303"/>
            <a:ext cx="10353369" cy="38935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2352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73896-E1B7-9FBE-B4FE-3D3467F97359}"/>
              </a:ext>
            </a:extLst>
          </p:cNvPr>
          <p:cNvSpPr txBox="1"/>
          <p:nvPr/>
        </p:nvSpPr>
        <p:spPr>
          <a:xfrm>
            <a:off x="3466257" y="4127901"/>
            <a:ext cx="525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the Highest Number of Invoices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BEF5D50-7E9D-BF05-9DF6-7C84E2B05905}"/>
              </a:ext>
            </a:extLst>
          </p:cNvPr>
          <p:cNvSpPr txBox="1">
            <a:spLocks/>
          </p:cNvSpPr>
          <p:nvPr/>
        </p:nvSpPr>
        <p:spPr>
          <a:xfrm>
            <a:off x="1027992" y="4726348"/>
            <a:ext cx="8327924" cy="141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countries with the highest customer transaction volume.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more invoices indicate strong customer demand.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0DB37-0DEE-A15E-FAB1-746D5C65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364519"/>
            <a:ext cx="10136015" cy="35342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0510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2D28-4371-3DED-129D-8DB76028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9" y="411315"/>
            <a:ext cx="10515600" cy="539443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Final Business Insights &amp;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3807-6193-382F-E995-5B38DB10D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710" y="937955"/>
            <a:ext cx="10515600" cy="52262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the majority of revenue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 a critical role in overall sales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genre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of the most popular and consistently purchased genres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repeated customer purchases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music preferences vary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regional trends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efforts on top-performing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programs for high-spending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popular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top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sales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customer–artist spending data for personalized recommendations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music catalog and promotions with country-wise 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44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3ACE-D899-3649-F711-72E979AE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1" y="380540"/>
            <a:ext cx="10515600" cy="598436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BD870B-DFEE-C2E2-94B2-AD693B704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9374" y="917064"/>
            <a:ext cx="1018376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demonstrated how SQL can be effectively used for real-world data analysis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database design and relationships enabled accurate and meaningful insights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SQL concepts such as joins, subqueries, CTEs, and window functions were successfully applied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helped convert raw transactional data into actionable business insights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strengthened my analytical thinking and SQL problem-solving skills</a:t>
            </a:r>
          </a:p>
        </p:txBody>
      </p:sp>
    </p:spTree>
    <p:extLst>
      <p:ext uri="{BB962C8B-B14F-4D97-AF65-F5344CB8AC3E}">
        <p14:creationId xmlns:p14="http://schemas.microsoft.com/office/powerpoint/2010/main" val="191775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84D2-76A5-67AF-87A1-2A52E85401D6}"/>
              </a:ext>
            </a:extLst>
          </p:cNvPr>
          <p:cNvSpPr txBox="1">
            <a:spLocks/>
          </p:cNvSpPr>
          <p:nvPr/>
        </p:nvSpPr>
        <p:spPr>
          <a:xfrm>
            <a:off x="317091" y="380540"/>
            <a:ext cx="10515600" cy="59843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Calibri"/>
              </a:rPr>
              <a:t>Challenges &amp; Learning Experience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D0A40C-541F-C210-66E4-99ADF2400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19" y="978976"/>
            <a:ext cx="9533317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Faced challenges in writing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JOIN queries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tables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BY with aggregations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required careful column selection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CTEs and window functions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query readability and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importance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database design and relationships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converting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 into 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962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9C4236-EC44-2BF5-20DC-D46CD3431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8" y="1500954"/>
            <a:ext cx="5191432" cy="31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9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656</Words>
  <Application>Microsoft Office PowerPoint</Application>
  <PresentationFormat>Widescreen</PresentationFormat>
  <Paragraphs>93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Wingdings</vt:lpstr>
      <vt:lpstr>Libre Baskerville</vt:lpstr>
      <vt:lpstr>Times New Roman</vt:lpstr>
      <vt:lpstr>Lato Black</vt:lpstr>
      <vt:lpstr>Calibri</vt:lpstr>
      <vt:lpstr>Office Theme</vt:lpstr>
      <vt:lpstr>PowerPoint Presentation</vt:lpstr>
      <vt:lpstr>PowerPoint Presentation</vt:lpstr>
      <vt:lpstr>Agenda</vt:lpstr>
      <vt:lpstr>Objective of the Project</vt:lpstr>
      <vt:lpstr>ER Diagram &amp; Schema Explanation</vt:lpstr>
      <vt:lpstr>PowerPoint Presentation</vt:lpstr>
      <vt:lpstr>Key Analysis Questions</vt:lpstr>
      <vt:lpstr>SQL Query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Business Insights &amp; Recommendations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Tippaluri Srinu</cp:lastModifiedBy>
  <cp:revision>6</cp:revision>
  <dcterms:created xsi:type="dcterms:W3CDTF">2021-02-16T05:19:01Z</dcterms:created>
  <dcterms:modified xsi:type="dcterms:W3CDTF">2025-12-29T13:16:39Z</dcterms:modified>
</cp:coreProperties>
</file>